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📦  STOCKORA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</a:defRPr>
            </a:pPr>
            <a:r>
              <a:t>Cloud-Native Inventory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206240"/>
            <a:ext cx="3044952" cy="1828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Kartik Pettugani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React  ·  FastAPI  ·  PostgreSQL  ·  Docker  ·  GitHub Actions  ·  Terraform  ·  AWS EKS  ·  Helm  ·  Prometheus  ·  Grafana  ·  Argo 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What is Stockora?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The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Full-stack inventory management system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Track products, suppliers, and stock movements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Dashboard with KPIs and real-time analytics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Responsive dark-themed React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The DevOps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Automated CI/CD with GitHub Actions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Container security scanning with Trivy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AWS infrastructure provisioned by Terraform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Kubernetes orchestration via Helm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Key Differentiators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14 REST API endpoints across 4 resource domains (Products, Suppliers, Stock, Dashboard)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Multi-stage Docker builds with non-root users for both frontend and backend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SHA-tagged container images for full Git-to-production traceability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Real-time observability with Prometheus metrics and Grafana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Languages, frameworks, and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031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1554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React 19 + Vite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Custom CSS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Nginx 1.29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21031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508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74520"/>
            <a:ext cx="1554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FastAPI (Python 3.12)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SQLAlchemy 2.x + Alembic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PostgreSQL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08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874520"/>
            <a:ext cx="1554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Docker + Compose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GitHub Actions CI/CD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Trivy Security Scanner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21031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508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Cloud &amp; K8s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874520"/>
            <a:ext cx="1554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Terraform (AWS)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EKS + Helm + Ingress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HPA Autoscaling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371600"/>
            <a:ext cx="21031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508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Observability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874520"/>
            <a:ext cx="1554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Prometheus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Grafana Dashboards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Argo CD GitOps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End-to-end flow from developer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onsolas"/>
              </a:defRPr>
            </a:pPr>
            <a:r>
              <a:t>Developer  →  Git Push  →  GitHub Actions CI/CD</a:t>
            </a:r>
            <a:br/>
            <a:r>
              <a:t>                                    │</a:t>
            </a:r>
            <a:br/>
            <a:r>
              <a:t>                    ┌────────────────┼────────────────┐</a:t>
            </a:r>
            <a:br/>
            <a:r>
              <a:t>                    │                │                │</a:t>
            </a:r>
            <a:br/>
            <a:r>
              <a:t>                 pytest        Docker Build      Trivy Scan</a:t>
            </a:r>
            <a:br/>
            <a:r>
              <a:t>                    │                │                │</a:t>
            </a:r>
            <a:br/>
            <a:r>
              <a:t>                    └────────────────┼────────────────┘</a:t>
            </a:r>
            <a:br/>
            <a:r>
              <a:t>                                    │</a:t>
            </a:r>
            <a:br/>
            <a:r>
              <a:t>                            Push to GHCR (SHA tag)</a:t>
            </a:r>
            <a:br/>
            <a:r>
              <a:t>                                    │</a:t>
            </a:r>
            <a:br/>
            <a:r>
              <a:t>                        ┌───────────┼───────────┐</a:t>
            </a:r>
            <a:br/>
            <a:r>
              <a:t>                        │           │           │</a:t>
            </a:r>
            <a:br/>
            <a:r>
              <a:t>                   Terraform    Helm Chart   Argo CD</a:t>
            </a:r>
            <a:br/>
            <a:r>
              <a:t>                   (VPC+EKS)   (K8s deploy)  (GitOps)</a:t>
            </a:r>
            <a:br/>
            <a:r>
              <a:t>                        │           │           │</a:t>
            </a:r>
            <a:br/>
            <a:r>
              <a:t>                        └───────────┼───────────┘</a:t>
            </a:r>
            <a:br/>
            <a:r>
              <a:t>                                    │</a:t>
            </a:r>
            <a:br/>
            <a:r>
              <a:t>                    ┌───────────────┼───────────────┐</a:t>
            </a:r>
            <a:br/>
            <a:r>
              <a:t>                    │               │               │</a:t>
            </a:r>
            <a:br/>
            <a:r>
              <a:t>                Frontend        Backend        PostgreSQL</a:t>
            </a:r>
            <a:br/>
            <a:r>
              <a:t>                (Nginx)        (FastAPI)         (DB)</a:t>
            </a:r>
            <a:br/>
            <a:r>
              <a:t>                    │               │</a:t>
            </a:r>
            <a:br/>
            <a:r>
              <a:t>                    └───── Ingress ──┘</a:t>
            </a:r>
            <a:br/>
            <a:r>
              <a:t>                            │</a:t>
            </a:r>
            <a:br/>
            <a:r>
              <a:t>                    Prometheus → Grafana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Application &amp;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M1 — Frontend + Backend +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Backend —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14 REST endpoints (GET, POST, PUT, DELETE)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3 SQLAlchemy models: Product, Supplier, StockMovement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Alembic migration for schema versioning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/health → liveness check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/ready → readiness check (verifies DB)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/metrics → Prometheus-format metrics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Pydantic schemas for input validation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Swagger docs at /docs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Frontend — React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4 pages: Dashboard, Products, Suppliers, Stock History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5 components: Sidebar, Header, StatCard, ProductForm, ProductTable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Dark-themed responsive CSS (12,949 bytes)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Real-time data loading with error handling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Create, update, delete operations via modals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KPI stat cards on dashboard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API calls through centralized service layer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Loading and error states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Testing —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M2 — Automated quality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Test Suite (5 tests, 100% pass)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test_health_and_readiness — /health + /ready endpoints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test_create_list_update_and_delete_product — full CRUD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test_duplicate_sku_is_rejected — 409 on duplicate SKU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test_stock_movements — IN/OUT + oversell prevention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test_supplier_and_dashboard — supplier + KPI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Test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SQLite test database (not production PostgreSQL)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autouse fixture drops/creates tables per test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pytest.ini configures pythonpath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Tests run FIRST in CI — failed tests block the pipeline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Covers 3+ API domains: products, stock,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</a:defRPr>
            </a:pPr>
            <a:r>
              <a:t>pytest -v</a:t>
            </a:r>
            <a:br/>
            <a:r>
              <a:t>tests/test_api.py::test_health_and_readiness ✅  |  tests/test_api.py::test_create_list_update_and_delete_product ✅  |  tests/test_api.py::test_duplicate_sku_is_rejected ✅</a:t>
            </a:r>
            <a:br/>
            <a:r>
              <a:t>tests/test_api.py::test_stock_movements_update_inventory ✅  |  tests/test_api.py::test_supplier_and_dashboard ✅  →  5 passed in 1.79s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Docker &amp; 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M4 + M5 + M6 — Containers, automation, and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Docker (M4)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Backend: python:3.12-alpine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Frontend: multi-stage build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Stage 1: node:22-alpine (build)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Stage 2: nginx:1.29-alpine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Both run as non-root users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docker compose up --build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Health checks on all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749039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CI/CD Pipeline (M5)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20039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GitHub Actions on push to main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Job 1: Test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pytest + npm lint + npm build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Job 2: Build, Scan, Publish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Docker build both images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Trivy scan (HIGH/CRITICAL)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Push to GHCR (SHA tag)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Also tag as :latest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</a:defRPr>
            </a:pPr>
            <a:r>
              <a:t>Security — Trivy (M6)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Scans both container images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Severity: HIGH + CRITICAL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exit-code: 1 (fails build)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Alpine base = minimal CVEs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Defense-in-depth layer: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SAST, dependency scanning,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secret scanning, container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scanning, runtime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Terraform — AWS 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M7 — VPC + EKS provisioning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Infrastructure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VPC: 10.20.0.0/16 with DNS support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2 public subnets (10.20.101.0/24, 10.20.102.0/24)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2 private subnets (10.20.1.0/24, 10.20.2.0/24)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NAT Gateway for private subnet internet access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EKS Cluster: stockora-eks (Kubernetes v1.31)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Managed node group: 2–4 × t3.small instances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Region: ap-southeast-2 (Sydney)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No credentials in source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Terraform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versions.tf — Terraform ≥ 1.7, AWS provider ~&gt; 5.0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providers.tf — AWS region + default tags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variables.tf — 5 configurable parameters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main.tf — VPC module + EKS module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outputs.tf — cluster name, endpoint, kubectl cmd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terraform.tfvars.example — safe example values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Commands: init → plan → apply → destroy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Kubernetes + Helm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M8 — Container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Helm Chart (helm/stockora/)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Chart.yaml + values.yaml + 9 templates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helm upgrade --install stockora ./helm/stockora -n stockora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GHCR images tagged with Git SHA for traceability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Resource requests/limits on all containers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Deployed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2× Backend pods (FastAPI) with health/readiness probes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2× Frontend pods (Nginx + React SPA)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1× PostgreSQL pod with emptyDir storage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ClusterIP Services for backend, frontend, postgres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Ingress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NGINX Ingress Controller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/ → stockora-frontend (port 80)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/api → stockora-backend (port 8000)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Host: stockora.local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HPA (Autoscaling)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HorizontalPodAutoscaler on backend deployment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Min replicas: 2, Max replicas: 6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Target CPU utilization: 60%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Requires Metrics Server in cluster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Observability — Prometheus +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M9 — Metrics collection and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/metrics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prometheus-fastapi-instrumentator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HTTP request counts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Request latency histograms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In-progress request gauges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Grouped by method, endpoint,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and status code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Exposed at /metrics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749039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Prometheus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20039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kube-prometheus-stack (Helm)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Installed in monitoring namespace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ServiceMonitor CRD scrapes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backend /metrics every 15s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serviceMonitorSelectorNilUses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HelmValues: false (discovers all)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Lightweight config (no alertmanager,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nodeExporter, kubeStateMetrics)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Auto-deployed with Prometheus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Prometheus data source configured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Custom dashboard panel: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HTTP request rate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Response latency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Error rate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Access via port-forward :3000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Default login: admin/admin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GitOps — Argo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Automated deployment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Argo CD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Installed in argocd namespace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Application: stockora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Source repo: github.com/Kartik-Pettugani/Stockora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Branch: main, Path: helm/stockora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Destination: stockora namespace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Sync policy: automated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prune: true (removes deleted resources)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selfHeal: true (reverts manual changes)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  → CreateNamespace: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GitOps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1. Developer pushes code to GitHub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2. CI/CD pipeline builds + scans + pushes images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3. Helm values updated with new SHA tag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4. Argo CD detects drift from Git state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5. Argo CD auto-syncs cluster to match Git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6. New pods roll out with zero downtime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Result: Git is the single source of truth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Learnings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Technical Learnings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Infrastructure as Code eliminates manual drift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Multi-stage Docker builds reduce image size + attack surface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Commit SHA tagging gives full production traceability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ServiceMonitor CRDs automate Prometheus scraping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GitOps with Argo CD ensures cluster matches Git state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Alpine-based images minimize CVE exposure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DevOps Principles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745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Shift-left testing — tests run before images build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Security as code — Trivy scans in every pipeline run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Immutable infrastructure — containers + IaC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Observability — metrics, dashboards, health probes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Automation — CI/CD + GitOps = zero manual deploys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▸  Declarative config — Helm + Terraform + K8s manifests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Kartik Pettugani  ·  Stockora DevOps Capstone  ·  github.com/Kartik-Pettugani/Stockora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